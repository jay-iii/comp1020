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881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66345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7724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0197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0641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0913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3000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988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8192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1704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5150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74595E9-6132-43CA-ACA9-079A66501B33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1829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02AB1-CB54-2DF1-CAF2-4EA70400F6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National Infrastructure Database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32819A-FFED-84FC-4C11-1EFA34E5B7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92754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61A8-4264-F5FA-945B-1750C6F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9066E-41CE-2FE0-E7D7-27C1DD8AD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ABOUT REQUIREMENT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34753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149AA-052D-0BAC-9D55-29938203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Centralization Matters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70C36-DCB8-4DCE-75FC-20C3BCBE7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ABOUT REQUIREMENT</a:t>
            </a: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06292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8A870-DD96-31B7-4467-158761ECC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Proposed Solution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DB54D-A544-A5D9-4813-AF0C8C1A6D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ABOUT REQUIREMENT</a:t>
            </a: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70578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1FE06-23ED-3CD4-C656-67E560CAF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75BF6-8D0F-6D4C-BB70-F636476CB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ERD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3729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4F21F-E38F-1E65-A9FF-225D82A3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Structure Breakdown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00C6-B993-D97C-784C-F4AD7943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9462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2FBA4-845D-D32D-AB89-6088BAC51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Demo: Key Queries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D91BC-9C63-AF4B-1347-95AED3840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2421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653C1-33AE-3E90-9CD2-55E90259E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Demo: Query Results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2BDC8-4D02-2F96-F05B-B3D4EF827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088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D0268-DAE4-BC69-71F0-1690AB50E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XML + JSON Data Files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50F28-8FB3-EB3D-BA87-77B3ACF4E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102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22329-4170-B344-C82A-27D0FE5B8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 Webpage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35651-608C-5BBE-061E-19CE3CE91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1457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9005B-7500-71F0-5B5F-5D5531D77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Impact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86A1B-8123-E3DD-627A-E499E0203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0585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89D1-EEDA-C1AD-942D-6FE80B0FB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6103-A781-04F0-C1A4-D2C0C984C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7063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50</Words>
  <Application>Microsoft Office PowerPoint</Application>
  <PresentationFormat>Widescreen</PresentationFormat>
  <Paragraphs>17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National Infrastructure Database</vt:lpstr>
      <vt:lpstr>The Problem</vt:lpstr>
      <vt:lpstr>Why Centralization Matters</vt:lpstr>
      <vt:lpstr>Our Proposed Solution</vt:lpstr>
      <vt:lpstr>ERD Overview</vt:lpstr>
      <vt:lpstr>Database Structure Breakdown</vt:lpstr>
      <vt:lpstr>SQL Demo: Key Queries</vt:lpstr>
      <vt:lpstr>SQL Demo: Query Results</vt:lpstr>
      <vt:lpstr>XML + JSON Data Files</vt:lpstr>
      <vt:lpstr>Proof of Concept Webpage</vt:lpstr>
      <vt:lpstr>Final Impact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Duru Elli</dc:creator>
  <cp:lastModifiedBy>Duru Elli [Student]</cp:lastModifiedBy>
  <cp:revision>1</cp:revision>
  <dcterms:created xsi:type="dcterms:W3CDTF">2025-12-04T18:18:08Z</dcterms:created>
  <dcterms:modified xsi:type="dcterms:W3CDTF">2025-12-04T18:40:34Z</dcterms:modified>
</cp:coreProperties>
</file>