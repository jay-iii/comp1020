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8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81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634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772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0197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0641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091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00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988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8192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70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515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182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2AB1-CB54-2DF1-CAF2-4EA70400F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National Infrastructure Database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2819A-FFED-84FC-4C11-1EFA34E5B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By: </a:t>
            </a:r>
          </a:p>
          <a:p>
            <a:r>
              <a:rPr lang="en-US" dirty="0"/>
              <a:t>Jordan Stella</a:t>
            </a:r>
          </a:p>
          <a:p>
            <a:r>
              <a:rPr lang="en-US" dirty="0"/>
              <a:t>Duru Elli</a:t>
            </a:r>
          </a:p>
          <a:p>
            <a:r>
              <a:rPr lang="en-US" dirty="0"/>
              <a:t>Mohammed Aishat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9275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77F1-B227-5B95-5946-AB0F58B1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project Goals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A4969D-BE84-C13A-D628-50B5F1EB2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1"/>
            <a:ext cx="80730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relational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clean project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XML &amp; JSON data accessible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prototype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how ICC can use this system</a:t>
            </a:r>
          </a:p>
        </p:txBody>
      </p:sp>
    </p:spTree>
    <p:extLst>
      <p:ext uri="{BB962C8B-B14F-4D97-AF65-F5344CB8AC3E}">
        <p14:creationId xmlns:p14="http://schemas.microsoft.com/office/powerpoint/2010/main" val="418551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61A8-4264-F5FA-945B-1750C6F1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  <a:endParaRPr lang="en-C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184A6F1-F5C4-FB3C-BB3B-801E0CEA3B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39410"/>
            <a:ext cx="1064906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Canada struggles with tracking large-scale infrastructure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departments rely on disconnected spreadsheets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is scattered between provinces and contractors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monitor project progress in real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Leads to delays, budgeting issues, and poor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75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FE06-23ED-3CD4-C656-67E560CA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Overview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09FCEA-0B16-FBC5-BDBE-9AEF97980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1078211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ERD maps out how all project information connects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major tables: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Contractors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Provinces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 processes: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Contractors → Submits → Projects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Provinces → Awards → Projects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 → Have → Contractors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2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F21F-E38F-1E65-A9FF-225D82A3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Structure Breakdown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00C6-B993-D97C-784C-F4AD7943D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4946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FBA4-845D-D32D-AB89-6088BAC51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Demo: Key Queries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D91BC-9C63-AF4B-1347-95AED3840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42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53C1-33AE-3E90-9CD2-55E90259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Demo: Query Results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44460B-82B6-91C4-64B7-7DEC3B6B9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8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0268-DAE4-BC69-71F0-1690AB50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– XML &amp; JSON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DF4268-DA21-0554-4833-A35DD8B001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0749"/>
            <a:ext cx="9172960" cy="374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in-Progress Projects (XML)</a:t>
            </a:r>
            <a:endParaRPr lang="en-US" sz="1800" dirty="0"/>
          </a:p>
          <a:p>
            <a:r>
              <a:rPr lang="en-US" sz="1800" dirty="0"/>
              <a:t>Tracks active infrastructure projects across Canada</a:t>
            </a:r>
          </a:p>
          <a:p>
            <a:r>
              <a:rPr lang="en-US" sz="1800" dirty="0"/>
              <a:t>Structured using proper XML tags for clarity and consistency</a:t>
            </a:r>
          </a:p>
          <a:p>
            <a:r>
              <a:rPr lang="en-US" sz="1800" dirty="0"/>
              <a:t>Stores essential details: Project ID, Name, Status, Budget, Winning Bidder, Headquarters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Planned Projects (JSON)</a:t>
            </a:r>
            <a:endParaRPr lang="en-US" sz="1800" dirty="0"/>
          </a:p>
          <a:p>
            <a:r>
              <a:rPr lang="en-US" sz="1800" dirty="0"/>
              <a:t>Contains upcoming projects in the planning stage</a:t>
            </a:r>
          </a:p>
          <a:p>
            <a:r>
              <a:rPr lang="en-US" sz="1800" dirty="0"/>
              <a:t>Organized as a clean JSON array for easy integration with web or database systems</a:t>
            </a:r>
          </a:p>
          <a:p>
            <a:r>
              <a:rPr lang="en-US" sz="1800" dirty="0"/>
              <a:t>Each project includes: Project ID, Name, Status, Budget, Winning Bidder, Headquarters</a:t>
            </a:r>
          </a:p>
          <a:p>
            <a:r>
              <a:rPr lang="en-US" sz="1800" b="1" dirty="0"/>
              <a:t>Slide Visual Idea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8210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2329-4170-B344-C82A-27D0FE5B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Concept Webpage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5651-608C-5BBE-061E-19CE3CE91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Home Page</a:t>
            </a:r>
            <a:endParaRPr lang="en-US" dirty="0"/>
          </a:p>
          <a:p>
            <a:r>
              <a:rPr lang="en-US" dirty="0"/>
              <a:t>Introduces the system and its purpose</a:t>
            </a:r>
          </a:p>
          <a:p>
            <a:pPr marL="0" indent="0">
              <a:buNone/>
            </a:pPr>
            <a:r>
              <a:rPr lang="en-US" b="1" dirty="0"/>
              <a:t>About Us Page</a:t>
            </a:r>
            <a:endParaRPr lang="en-US" dirty="0"/>
          </a:p>
          <a:p>
            <a:r>
              <a:rPr lang="en-US" dirty="0"/>
              <a:t>Shows project team, objectives, and background</a:t>
            </a:r>
          </a:p>
          <a:p>
            <a:r>
              <a:rPr lang="en-US" dirty="0"/>
              <a:t>Explains the need for a centralized project tracking system</a:t>
            </a:r>
          </a:p>
          <a:p>
            <a:r>
              <a:rPr lang="en-US" b="1" dirty="0"/>
              <a:t>Projects Page</a:t>
            </a:r>
            <a:endParaRPr lang="en-US" dirty="0"/>
          </a:p>
          <a:p>
            <a:r>
              <a:rPr lang="en-US" dirty="0"/>
              <a:t>Dynamically displays project data</a:t>
            </a:r>
          </a:p>
          <a:p>
            <a:r>
              <a:rPr lang="en-US" b="1" dirty="0"/>
              <a:t>In-Progress:</a:t>
            </a:r>
            <a:r>
              <a:rPr lang="en-US" dirty="0"/>
              <a:t> XML files</a:t>
            </a:r>
          </a:p>
          <a:p>
            <a:r>
              <a:rPr lang="en-US" b="1" dirty="0"/>
              <a:t>Planned:</a:t>
            </a:r>
            <a:r>
              <a:rPr lang="en-US" dirty="0"/>
              <a:t> JSON files</a:t>
            </a:r>
          </a:p>
          <a:p>
            <a:r>
              <a:rPr lang="en-US" dirty="0"/>
              <a:t>Data fetched live from GitHub for demonstration</a:t>
            </a:r>
          </a:p>
          <a:p>
            <a:r>
              <a:rPr lang="en-US" b="1" dirty="0"/>
              <a:t>Contact Us Page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shows our contact information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2145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A870-DD96-31B7-4467-158761ECC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Proposed Solution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DB54D-A544-A5D9-4813-AF0C8C1A6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the tracking and management of national infrastructure projects in Canada</a:t>
            </a:r>
          </a:p>
          <a:p>
            <a:r>
              <a:rPr lang="en-US" dirty="0"/>
              <a:t>Replace disconnected spreadsheets with a centralized, reliable system</a:t>
            </a:r>
          </a:p>
          <a:p>
            <a:r>
              <a:rPr lang="en-US" b="1" dirty="0"/>
              <a:t>Designed For</a:t>
            </a:r>
          </a:p>
          <a:p>
            <a:r>
              <a:rPr lang="en-US" dirty="0"/>
              <a:t>Infrastructure Council of Canada (ICC)</a:t>
            </a:r>
          </a:p>
          <a:p>
            <a:r>
              <a:rPr lang="en-US" dirty="0"/>
              <a:t>Supports decision-making, budgeting, and project oversight</a:t>
            </a:r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057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005B-7500-71F0-5B5F-5D5531D7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Final Impact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1AF5AD-B7F8-4991-5DF9-96BBF2436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7909"/>
            <a:ext cx="1153867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Brings all project information together in a single, reliable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project progress, budgets, and contractors visible at a glance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ICC spot delays, risks, and cost issues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real-world use of XML, JSON, and database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an interactive website to view and manage projects efficiently</a:t>
            </a:r>
          </a:p>
        </p:txBody>
      </p:sp>
    </p:spTree>
    <p:extLst>
      <p:ext uri="{BB962C8B-B14F-4D97-AF65-F5344CB8AC3E}">
        <p14:creationId xmlns:p14="http://schemas.microsoft.com/office/powerpoint/2010/main" val="192058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89D1-EEDA-C1AD-942D-6FE80B0F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6103-A781-04F0-C1A4-D2C0C984C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7063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382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National Infrastructure Database</vt:lpstr>
      <vt:lpstr>Our project Goals </vt:lpstr>
      <vt:lpstr>The Problem</vt:lpstr>
      <vt:lpstr>ERD Overview</vt:lpstr>
      <vt:lpstr>Database Structure Breakdown</vt:lpstr>
      <vt:lpstr>SQL Demo: Key Queries</vt:lpstr>
      <vt:lpstr>SQL Demo: Query Results</vt:lpstr>
      <vt:lpstr>Project Data – XML &amp; JSON</vt:lpstr>
      <vt:lpstr>Proof of Concept Webpage</vt:lpstr>
      <vt:lpstr>Our Proposed Solution</vt:lpstr>
      <vt:lpstr>Project Final Impact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Duru Elli</dc:creator>
  <cp:lastModifiedBy>Aishat Mohammed</cp:lastModifiedBy>
  <cp:revision>3</cp:revision>
  <dcterms:created xsi:type="dcterms:W3CDTF">2025-12-04T18:18:08Z</dcterms:created>
  <dcterms:modified xsi:type="dcterms:W3CDTF">2025-12-06T15:38:18Z</dcterms:modified>
</cp:coreProperties>
</file>